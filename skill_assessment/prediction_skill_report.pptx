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lnSpc>
                <a:spcPct val="150000"/>
              </a:lnSpc>
              <a:defRPr sz="4000" b="1"/>
            </a:pPr>
            <a:r>
              <a:t>基于FGOALS-g3动力模式的</a:t>
            </a:r>
            <a:br/>
            <a:r>
              <a:t>ENSO预测系统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FF0000"/>
                </a:solidFill>
              </a:defRPr>
            </a:pPr>
            <a:r>
              <a:t>预测技巧评估报告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lnSpc>
                <a:spcPct val="150000"/>
              </a:lnSpc>
              <a:defRPr sz="1800"/>
            </a:pPr>
            <a:r>
              <a:t>李昊谦, 陈林, 孙明</a:t>
            </a:r>
            <a:br/>
            <a:r>
              <a:t>南京信息工程大学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/>
            </a:pPr>
            <a:r>
              <a:t>2026.01.28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ACC &amp; RMSE of Niño3.4 index</a:t>
            </a:r>
          </a:p>
        </p:txBody>
      </p:sp>
      <p:pic>
        <p:nvPicPr>
          <p:cNvPr id="3" name="Picture 2" descr="tmpg9ptosr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926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以1982-2010年为参考期，计算Niño3.4指数的ACC和RMSE：</a:t>
            </a:r>
            <a:br/>
            <a:r>
              <a:t>FGOALS-g3预测系统能够提前10个月预测ENSO事件，ACC&gt;0.6。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Time series of Niño3.4 index</a:t>
            </a:r>
          </a:p>
        </p:txBody>
      </p:sp>
      <p:pic>
        <p:nvPicPr>
          <p:cNvPr id="3" name="Picture 2" descr="tmpgq9fkg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以1982-2023年为参考期，计算Niño3.4指数的ACC：</a:t>
            </a:r>
            <a:br/>
            <a:r>
              <a:t>FGOALS-g3预测系统提前8个月预测ENSO事件，ACC&gt;0.6。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PCC of SSTA</a:t>
            </a:r>
          </a:p>
        </p:txBody>
      </p:sp>
      <p:pic>
        <p:nvPicPr>
          <p:cNvPr id="3" name="Picture 2" descr="tmpaltsj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02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以1982-2023年为参考期，逐格点计算SSTA的ACC：</a:t>
            </a:r>
            <a:br/>
            <a:r>
              <a:t>FGOALS-g3预测系统提前8个月在赤道中太平洋具有一定预测技巧，ACC&gt;0.5。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SPB of Niño3.4 index</a:t>
            </a:r>
          </a:p>
        </p:txBody>
      </p:sp>
      <p:pic>
        <p:nvPicPr>
          <p:cNvPr id="3" name="Picture 2" descr="tmp5faviej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363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以1982-2023年为参考期，计算Niño3.4指数的春季预报障碍（SPB）：</a:t>
            </a:r>
            <a:br/>
            <a:r>
              <a:t>FGOALS-g3预测系统存在明显的春季预报障碍。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PCC of ocean temperature</a:t>
            </a:r>
          </a:p>
        </p:txBody>
      </p:sp>
      <p:pic>
        <p:nvPicPr>
          <p:cNvPr id="3" name="Picture 2" descr="tmpzp5be6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以1982-2023年为参考期，逐格点计算5°S-5°N平均的海洋温度ACC：</a:t>
            </a:r>
            <a:br/>
            <a:r>
              <a:t>FGOALS-g3预测系统在赤道中西太平洋上层300m预测技巧较高，</a:t>
            </a:r>
            <a:br/>
            <a:r>
              <a:t>东太平洋预测技巧相对较低。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FGOALS-g3 vs OBS</a:t>
            </a:r>
          </a:p>
        </p:txBody>
      </p:sp>
      <p:pic>
        <p:nvPicPr>
          <p:cNvPr id="3" name="Picture 2" descr="tmpnnylgrs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5486400" cy="5102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FGOALS-g3预测系统海温气候态偏差。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Niño3.4 index initialization</a:t>
            </a:r>
          </a:p>
        </p:txBody>
      </p:sp>
      <p:pic>
        <p:nvPicPr>
          <p:cNvPr id="3" name="Picture 2" descr="tmp_24wi4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467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FGOALS-g3预测系统初始化Niño3.4指数评估。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观测海表温度资料：HadISST </a:t>
            </a:r>
            <a:br/>
            <a:r>
              <a:t> https://www.metoffice.gov.uk/hadobs/hadisst/data/download.html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NMME模式预报结果来源：</a:t>
            </a:r>
            <a:br/>
            <a:r>
              <a:t> https://www.cpc.ncep.noaa.gov/products/NMME/current/plume.html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气候态参考期：1982-2010年 或 1991-2020年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初始化：SST-Nudging（全场SST初始化、异常场SSTA初始化）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成员数：8个成员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50000"/>
              </a:lnSpc>
              <a:defRPr sz="1800"/>
            </a:pPr>
            <a:r>
              <a:t>如有疑问，请联系：李昊谦 lihq_enso@163.com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263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